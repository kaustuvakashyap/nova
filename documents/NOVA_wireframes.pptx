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-63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8739" y="1600200"/>
            <a:ext cx="5188226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WIREFRAMES FOR NOVA</a:t>
            </a:r>
            <a:endParaRPr lang="en-US" sz="32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39539" y="45720"/>
            <a:ext cx="383253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029200" cy="384803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704088"/>
            <a:ext cx="4114800" cy="3848034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704088"/>
            <a:ext cx="3593592" cy="384803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704088"/>
            <a:ext cx="0" cy="44348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005840"/>
            <a:ext cx="20116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University of Nova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5760" y="1874520"/>
            <a:ext cx="201168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97480"/>
            <a:ext cx="22860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825496"/>
            <a:ext cx="169164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291840"/>
            <a:ext cx="118872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dirty="0" smtClean="0"/>
              <a:t>programs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691640" y="3291840"/>
            <a:ext cx="118872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view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39" y="4740965"/>
            <a:ext cx="4420925" cy="379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/>
              <a:t>1 / Hero Banner, Marquee (constant through all pages) 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0" y="4552122"/>
            <a:ext cx="9144000" cy="18884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marquee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0026" y="45720"/>
            <a:ext cx="462766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7368" y="1005840"/>
            <a:ext cx="73152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188720"/>
            <a:ext cx="4572000" cy="3657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CTA Banner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743200" y="1664208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084832"/>
            <a:ext cx="40233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2194560"/>
            <a:ext cx="365760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2560320"/>
            <a:ext cx="128016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dirty="0" smtClean="0"/>
              <a:t>explore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2560320"/>
            <a:ext cx="1554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solidFill>
                  <a:schemeClr val="bg1"/>
                </a:solidFill>
              </a:rPr>
              <a:t>view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3447287"/>
            <a:ext cx="9144000" cy="1164469"/>
          </a:xfrm>
          <a:prstGeom prst="rect">
            <a:avLst/>
          </a:prstGeom>
          <a:solidFill>
            <a:schemeClr val="bg2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                                                                  Footer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74320" y="3557016"/>
            <a:ext cx="27432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584448"/>
            <a:ext cx="82296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721608"/>
            <a:ext cx="640080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922776"/>
            <a:ext cx="109728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014216"/>
            <a:ext cx="96012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05656"/>
            <a:ext cx="82296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197096"/>
            <a:ext cx="68580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7744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4361688"/>
            <a:ext cx="9144000" cy="914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" y="4760843"/>
            <a:ext cx="4572000" cy="359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/>
              <a:t>2 / CTA + Footer (constant through all pages)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                                                                                                                   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9661" y="45720"/>
            <a:ext cx="403131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                               </a:t>
            </a:r>
            <a:r>
              <a:rPr lang="en-IN" sz="1400" dirty="0" smtClean="0">
                <a:solidFill>
                  <a:schemeClr val="bg1"/>
                </a:solidFill>
              </a:rPr>
              <a:t>NAVIGATION </a:t>
            </a:r>
          </a:p>
          <a:p>
            <a:r>
              <a:rPr lang="en-IN" sz="1400" dirty="0" smtClean="0">
                <a:solidFill>
                  <a:schemeClr val="bg1"/>
                </a:solidFill>
              </a:rPr>
              <a:t>                                                BAR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44394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Top-bar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128016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097280"/>
            <a:ext cx="91440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704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sz="1600" dirty="0" smtClean="0"/>
              <a:t>Drop-down menu</a:t>
            </a:r>
          </a:p>
        </p:txBody>
      </p:sp>
      <p:sp>
        <p:nvSpPr>
          <p:cNvPr id="24" name="Shape 22"/>
          <p:cNvSpPr/>
          <p:nvPr/>
        </p:nvSpPr>
        <p:spPr>
          <a:xfrm>
            <a:off x="3337560" y="804672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42416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051560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051560"/>
            <a:ext cx="128016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960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1024128"/>
            <a:ext cx="914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188720"/>
            <a:ext cx="914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1289304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1298448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1536192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1545336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1783080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1792224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840480"/>
            <a:ext cx="9144000" cy="10287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                                                               </a:t>
            </a:r>
            <a:r>
              <a:rPr lang="en-IN" dirty="0" smtClean="0">
                <a:solidFill>
                  <a:schemeClr val="bg1"/>
                </a:solidFill>
              </a:rPr>
              <a:t>   Footer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950208"/>
            <a:ext cx="27432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977640"/>
            <a:ext cx="82296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114800"/>
            <a:ext cx="640080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315968"/>
            <a:ext cx="109728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407408"/>
            <a:ext cx="96012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498848"/>
            <a:ext cx="82296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590288"/>
            <a:ext cx="68580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4754880"/>
            <a:ext cx="9144000" cy="914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" y="48463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3 / </a:t>
            </a:r>
            <a:r>
              <a:rPr lang="en-US" sz="1400" i="1" dirty="0" smtClean="0">
                <a:solidFill>
                  <a:schemeClr val="bg1"/>
                </a:solidFill>
              </a:rPr>
              <a:t>Top-bar, Navigation bar, Dropdown-menu , Footer (constant through all pages)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809641" y="91440"/>
            <a:ext cx="1050765" cy="804672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45720"/>
            <a:ext cx="448056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22960"/>
            <a:ext cx="5029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795528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795528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79552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795528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234440"/>
            <a:ext cx="1463040" cy="24649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solidFill>
                  <a:schemeClr val="bg1"/>
                </a:solidFill>
              </a:rPr>
              <a:t>Explore Programs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0280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4872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04872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4872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16552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78024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42032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42032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42032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42032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42032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81144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81144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81144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92824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54296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18304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18304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18304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57416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57416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57416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69096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30568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94576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94576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94576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94576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94576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" y="4937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4 </a:t>
            </a:r>
            <a:r>
              <a:rPr lang="en-US" sz="1600" i="1"/>
              <a:t>/ </a:t>
            </a:r>
            <a:r>
              <a:rPr lang="en-US" sz="1600" i="1" smtClean="0"/>
              <a:t>Cards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0148" y="45720"/>
            <a:ext cx="48264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76072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68680"/>
            <a:ext cx="201168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sz="1600" dirty="0" smtClean="0">
                <a:solidFill>
                  <a:schemeClr val="bg1"/>
                </a:solidFill>
              </a:rPr>
              <a:t>CURRICULUM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128016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344168"/>
            <a:ext cx="123444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606040"/>
            <a:ext cx="521208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670048"/>
            <a:ext cx="1371600" cy="914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2670048"/>
            <a:ext cx="365760" cy="914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926080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999232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2999232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273552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346704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346704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621024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94176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694176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704088"/>
            <a:ext cx="32461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804672"/>
            <a:ext cx="3063240" cy="20116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868680"/>
            <a:ext cx="22860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600" dirty="0" smtClean="0"/>
              <a:t>PROGRAM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89320" y="1234440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1298448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78240" y="1298448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1581912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1645920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0" y="1645920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1929384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1993392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78240" y="1993392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2276856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2340864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0" y="2340864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2624328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2688336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0" y="2688336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89320" y="2944368"/>
            <a:ext cx="3063240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4652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2084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9516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6948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5 / </a:t>
            </a:r>
            <a:r>
              <a:rPr lang="en-US" sz="1600" i="1" dirty="0" smtClean="0"/>
              <a:t>Curriculum  </a:t>
            </a:r>
            <a:endParaRPr lang="en-US" sz="1600" dirty="0"/>
          </a:p>
        </p:txBody>
      </p:sp>
      <p:sp>
        <p:nvSpPr>
          <p:cNvPr id="75" name="Shape 20"/>
          <p:cNvSpPr/>
          <p:nvPr/>
        </p:nvSpPr>
        <p:spPr>
          <a:xfrm>
            <a:off x="274320" y="2231136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Shape 21"/>
          <p:cNvSpPr/>
          <p:nvPr/>
        </p:nvSpPr>
        <p:spPr>
          <a:xfrm>
            <a:off x="457200" y="2304288"/>
            <a:ext cx="123444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5720"/>
            <a:ext cx="667512" cy="1554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76072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6868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005840"/>
            <a:ext cx="22860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SEMESTER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417320"/>
            <a:ext cx="530352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554480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719072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554480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737360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1847088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6276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691640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057400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121408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286000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2121408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2304288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2414016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19456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2258568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624328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688336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852928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" y="2688336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" y="2871216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" y="2980944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76148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825496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191256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255264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3419856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3255264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5840" y="3438144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3547872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3284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3392424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758184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4325112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97880" y="704088"/>
            <a:ext cx="32461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790956"/>
            <a:ext cx="3154680" cy="24003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0760" y="790956"/>
            <a:ext cx="1874520" cy="2880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b="1" dirty="0" smtClean="0">
                <a:solidFill>
                  <a:schemeClr val="bg1"/>
                </a:solidFill>
              </a:rPr>
              <a:t>CALENDAR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080760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01384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22008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42632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63256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83880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04504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1325880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01384" y="1325880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22008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58584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42632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79208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63256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99832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83880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04504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41080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80760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7336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01384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37960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22008" y="1618488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42632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79208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763256" y="1618488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83880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20456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604504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80760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17336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01384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37960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22008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958584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63256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99832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83880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20456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04504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763256" y="2203704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99832" y="2258568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183880" y="2203704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0760" y="2496312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17336" y="2551176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922008" y="2496312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58584" y="2551176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190488" y="3639312"/>
            <a:ext cx="731520" cy="1828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172200" y="4014216"/>
            <a:ext cx="137160" cy="13716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373368" y="4050792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72200" y="4215384"/>
            <a:ext cx="137160" cy="137160"/>
          </a:xfrm>
          <a:prstGeom prst="rect">
            <a:avLst/>
          </a:prstGeom>
          <a:solidFill>
            <a:srgbClr val="448844"/>
          </a:solidFill>
          <a:ln w="12700">
            <a:solidFill>
              <a:srgbClr val="44884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73368" y="4251960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72200" y="4416552"/>
            <a:ext cx="137160" cy="137160"/>
          </a:xfrm>
          <a:prstGeom prst="rect">
            <a:avLst/>
          </a:prstGeom>
          <a:solidFill>
            <a:srgbClr val="6644AA"/>
          </a:solidFill>
          <a:ln w="12700">
            <a:solidFill>
              <a:srgbClr val="6644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373368" y="4453128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440" y="4453128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/>
              <a:t>6 / Academic </a:t>
            </a:r>
            <a:r>
              <a:rPr lang="en-US" i="1" dirty="0" smtClean="0"/>
              <a:t>Calendar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5720"/>
            <a:ext cx="66751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795528"/>
            <a:ext cx="182880" cy="18288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841248"/>
            <a:ext cx="1097280" cy="8229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143000"/>
            <a:ext cx="5760720" cy="400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sz="1200" dirty="0" smtClean="0"/>
              <a:t>      BASIC DETAILS---------------------------</a:t>
            </a:r>
          </a:p>
          <a:p>
            <a:r>
              <a:rPr lang="en-IN" sz="1200" dirty="0" smtClean="0"/>
              <a:t>      TITLE:                                 FIRST NAME:                                        LAST NAME:                     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200" dirty="0" smtClean="0"/>
              <a:t>       DATE OF BIRTH:                                                   GENDER: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200" dirty="0" smtClean="0"/>
              <a:t>     CONTACT DETAILS-----------------------</a:t>
            </a:r>
          </a:p>
          <a:p>
            <a:r>
              <a:rPr lang="en-IN" sz="1200" dirty="0" smtClean="0"/>
              <a:t>     </a:t>
            </a:r>
          </a:p>
          <a:p>
            <a:r>
              <a:rPr lang="en-IN" sz="1200" dirty="0" smtClean="0"/>
              <a:t>      E-MAIL:                                                                Phone No.:</a:t>
            </a:r>
          </a:p>
          <a:p>
            <a:r>
              <a:rPr lang="en-IN" sz="1200" dirty="0" smtClean="0"/>
              <a:t>      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000" i="1" dirty="0" smtClean="0"/>
              <a:t>--keep on adding fields</a:t>
            </a:r>
          </a:p>
        </p:txBody>
      </p:sp>
      <p:sp>
        <p:nvSpPr>
          <p:cNvPr id="37" name="Shape 35"/>
          <p:cNvSpPr/>
          <p:nvPr/>
        </p:nvSpPr>
        <p:spPr>
          <a:xfrm>
            <a:off x="0" y="1143000"/>
            <a:ext cx="5760720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                  </a:t>
            </a:r>
            <a:r>
              <a:rPr lang="en-IN" dirty="0" smtClean="0">
                <a:solidFill>
                  <a:schemeClr val="bg1"/>
                </a:solidFill>
              </a:rPr>
              <a:t>Personal Information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28600" y="1234440"/>
            <a:ext cx="41148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468880"/>
            <a:ext cx="10972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246888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6160" y="2468880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935224"/>
            <a:ext cx="2560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94660" y="2935224"/>
            <a:ext cx="24231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4023360"/>
            <a:ext cx="2560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94660" y="4023360"/>
            <a:ext cx="24231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7880" y="1143000"/>
            <a:ext cx="3246120" cy="4000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1234440"/>
            <a:ext cx="3063240" cy="21031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371600"/>
            <a:ext cx="2011680" cy="3108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Deadlines</a:t>
            </a: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172200" y="182880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1051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72200" y="214884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29600" y="213055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246888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245059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278892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29600" y="277063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3456432"/>
            <a:ext cx="3063240" cy="1600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72200" y="3566160"/>
            <a:ext cx="137160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89320" y="3840480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3913632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6520" y="3931920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46520" y="4059936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89320" y="4224528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4297680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46520" y="4315968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46520" y="4443984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9320" y="4608576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4681728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46520" y="4700016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46520" y="4828032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440" y="47914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/>
              <a:t>7 / </a:t>
            </a:r>
            <a:r>
              <a:rPr lang="en-US" sz="1400" i="1" dirty="0" smtClean="0"/>
              <a:t>Apply Now Form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384048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704088"/>
            <a:ext cx="53035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868680"/>
            <a:ext cx="164592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Contact 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1417320"/>
            <a:ext cx="29260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545336"/>
            <a:ext cx="29260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121408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121408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267712"/>
            <a:ext cx="128016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514600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2514600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2660904"/>
            <a:ext cx="128016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880360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880360"/>
            <a:ext cx="164592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868680"/>
            <a:ext cx="2926080" cy="2926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Find Us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023360" y="132588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r>
              <a:rPr lang="en-IN" sz="1400" dirty="0" smtClean="0"/>
              <a:t>                 </a:t>
            </a:r>
            <a:r>
              <a:rPr lang="en-IN" sz="1200" dirty="0" smtClean="0"/>
              <a:t>Admissions </a:t>
            </a:r>
          </a:p>
          <a:p>
            <a:r>
              <a:rPr lang="en-IN" sz="1200" dirty="0" smtClean="0"/>
              <a:t>                      Office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143560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185623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209397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4840" y="227685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2459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132588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143560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185623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95160" y="209397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5160" y="227685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95160" y="2459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283464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294436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0" y="336499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4840" y="3602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34840" y="378561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34840" y="396849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83680" y="283464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6560" y="294436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66560" y="336499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95160" y="3602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95160" y="378561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95160" y="396849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" y="4661452"/>
            <a:ext cx="3931920" cy="45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8 / </a:t>
            </a:r>
            <a:r>
              <a:rPr lang="en-US" sz="1600" i="1" dirty="0" smtClean="0"/>
              <a:t>Contact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145</Words>
  <Application>Microsoft Office PowerPoint</Application>
  <PresentationFormat>On-screen Show (16:9)</PresentationFormat>
  <Paragraphs>64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Nova - Wireframes</dc:title>
  <dc:subject>PptxGenJS Presentation</dc:subject>
  <dc:creator>PptxGenJS</dc:creator>
  <cp:lastModifiedBy>hp</cp:lastModifiedBy>
  <cp:revision>17</cp:revision>
  <dcterms:created xsi:type="dcterms:W3CDTF">2026-06-06T19:38:41Z</dcterms:created>
  <dcterms:modified xsi:type="dcterms:W3CDTF">2026-06-07T14:28:13Z</dcterms:modified>
</cp:coreProperties>
</file>