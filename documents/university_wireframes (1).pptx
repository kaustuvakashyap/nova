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-636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488C4"/>
            </a:gs>
            <a:gs pos="53000">
              <a:srgbClr val="D4DEFF"/>
            </a:gs>
            <a:gs pos="83000">
              <a:srgbClr val="D4DEFF"/>
            </a:gs>
            <a:gs pos="100000">
              <a:srgbClr val="96AB9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38739" y="1600200"/>
            <a:ext cx="5188226" cy="1600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WIREFRAMES FOR NOVA</a:t>
            </a:r>
            <a:endParaRPr lang="en-US" sz="32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39539" y="45720"/>
            <a:ext cx="383253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256032"/>
            <a:ext cx="32004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74320"/>
            <a:ext cx="10058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429768"/>
            <a:ext cx="82296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74320"/>
            <a:ext cx="100584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04088"/>
            <a:ext cx="5029200" cy="3848034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704088"/>
            <a:ext cx="4114800" cy="3848034"/>
          </a:xfrm>
          <a:prstGeom prst="rect">
            <a:avLst/>
          </a:prstGeom>
          <a:solidFill>
            <a:srgbClr val="D0D0D0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704088"/>
            <a:ext cx="3593592" cy="384803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704088"/>
            <a:ext cx="0" cy="44348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005840"/>
            <a:ext cx="201168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1371600"/>
            <a:ext cx="2560320" cy="4114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r>
              <a:rPr lang="en-IN" dirty="0" smtClean="0"/>
              <a:t>University of Nova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65760" y="1874520"/>
            <a:ext cx="2011680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697480"/>
            <a:ext cx="228600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825496"/>
            <a:ext cx="169164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291840"/>
            <a:ext cx="118872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pPr algn="ctr"/>
            <a:r>
              <a:rPr lang="en-IN" sz="1400" dirty="0" smtClean="0"/>
              <a:t>programs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691640" y="3291840"/>
            <a:ext cx="118872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pPr algn="ctr"/>
            <a:r>
              <a:rPr lang="en-IN" sz="1400" dirty="0" smtClean="0">
                <a:solidFill>
                  <a:schemeClr val="bg1"/>
                </a:solidFill>
              </a:rPr>
              <a:t>view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39" y="4740965"/>
            <a:ext cx="4420925" cy="379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smtClean="0"/>
              <a:t>1 / </a:t>
            </a:r>
            <a:r>
              <a:rPr lang="en-US" sz="1400" i="1" dirty="0" smtClean="0"/>
              <a:t>Hero </a:t>
            </a:r>
            <a:r>
              <a:rPr lang="en-US" sz="1400" i="1" dirty="0" smtClean="0"/>
              <a:t>Banner, </a:t>
            </a:r>
            <a:r>
              <a:rPr lang="en-US" sz="1400" i="1" dirty="0" smtClean="0"/>
              <a:t>Marquee (constant through all pages) </a:t>
            </a:r>
            <a:endParaRPr lang="en-US" sz="1400" dirty="0"/>
          </a:p>
        </p:txBody>
      </p:sp>
      <p:sp>
        <p:nvSpPr>
          <p:cNvPr id="37" name="Rectangle 36"/>
          <p:cNvSpPr/>
          <p:nvPr/>
        </p:nvSpPr>
        <p:spPr>
          <a:xfrm>
            <a:off x="0" y="4552122"/>
            <a:ext cx="9144000" cy="18884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smtClean="0">
                <a:solidFill>
                  <a:schemeClr val="tx1"/>
                </a:solidFill>
              </a:rPr>
              <a:t>marquee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60026" y="45720"/>
            <a:ext cx="462766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256032"/>
            <a:ext cx="32004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74320"/>
            <a:ext cx="10058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429768"/>
            <a:ext cx="82296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74320"/>
            <a:ext cx="100584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04088"/>
            <a:ext cx="9144000" cy="27432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87368" y="1005840"/>
            <a:ext cx="731520" cy="6400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1188720"/>
            <a:ext cx="4572000" cy="36576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r>
              <a:rPr lang="en-IN" dirty="0" smtClean="0"/>
              <a:t>CTA Banner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743200" y="1664208"/>
            <a:ext cx="3657600" cy="2926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2084832"/>
            <a:ext cx="402336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2194560"/>
            <a:ext cx="365760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2560320"/>
            <a:ext cx="128016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r>
              <a:rPr lang="en-IN" sz="1400" dirty="0" smtClean="0"/>
              <a:t>explore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0" y="2560320"/>
            <a:ext cx="1554480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r>
              <a:rPr lang="en-IN" sz="1400" dirty="0" smtClean="0">
                <a:solidFill>
                  <a:schemeClr val="bg1"/>
                </a:solidFill>
              </a:rPr>
              <a:t>view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0" y="3447287"/>
            <a:ext cx="9144000" cy="1164469"/>
          </a:xfrm>
          <a:prstGeom prst="rect">
            <a:avLst/>
          </a:prstGeom>
          <a:solidFill>
            <a:schemeClr val="bg2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r>
              <a:rPr lang="en-IN" dirty="0" smtClean="0"/>
              <a:t>                                                                   Footer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274320" y="3557016"/>
            <a:ext cx="274320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3584448"/>
            <a:ext cx="82296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3721608"/>
            <a:ext cx="640080" cy="640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922776"/>
            <a:ext cx="1097280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014216"/>
            <a:ext cx="960120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105656"/>
            <a:ext cx="822960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197096"/>
            <a:ext cx="685800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288536"/>
            <a:ext cx="128016" cy="12801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288536"/>
            <a:ext cx="128016" cy="12801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4288536"/>
            <a:ext cx="128016" cy="12801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" y="4288536"/>
            <a:ext cx="128016" cy="12801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3557016"/>
            <a:ext cx="82296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77440" y="3703320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77440" y="3849624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77440" y="3995928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4142232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0" y="3557016"/>
            <a:ext cx="82296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0" y="3703320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0" y="3849624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0" y="3995928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0" y="4142232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66560" y="3557016"/>
            <a:ext cx="82296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66560" y="3703320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66560" y="3849624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66560" y="3995928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66560" y="4142232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4361688"/>
            <a:ext cx="9144000" cy="9144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440" y="4760843"/>
            <a:ext cx="4572000" cy="359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smtClean="0"/>
              <a:t>2 </a:t>
            </a:r>
            <a:r>
              <a:rPr lang="en-US" sz="1400" i="1" dirty="0" smtClean="0"/>
              <a:t>/ </a:t>
            </a:r>
            <a:r>
              <a:rPr lang="en-US" sz="1400" i="1" dirty="0" smtClean="0"/>
              <a:t>CTA + Footer (constant through all pages)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                                                                                                                   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18288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19456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19661" y="45720"/>
            <a:ext cx="403131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                               </a:t>
            </a:r>
            <a:r>
              <a:rPr lang="en-IN" sz="1400" dirty="0" smtClean="0">
                <a:solidFill>
                  <a:schemeClr val="bg1"/>
                </a:solidFill>
              </a:rPr>
              <a:t>NAVIGATION </a:t>
            </a:r>
          </a:p>
          <a:p>
            <a:r>
              <a:rPr lang="en-IN" sz="1400" dirty="0" smtClean="0">
                <a:solidFill>
                  <a:schemeClr val="bg1"/>
                </a:solidFill>
              </a:rPr>
              <a:t> </a:t>
            </a:r>
            <a:r>
              <a:rPr lang="en-IN" sz="1400" dirty="0" smtClean="0">
                <a:solidFill>
                  <a:schemeClr val="bg1"/>
                </a:solidFill>
              </a:rPr>
              <a:t>                                               BAR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7160" y="256032"/>
            <a:ext cx="32004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74320"/>
            <a:ext cx="10058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429768"/>
            <a:ext cx="82296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74320"/>
            <a:ext cx="100584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04088"/>
            <a:ext cx="9144000" cy="443941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Top-bar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0" y="1005840"/>
            <a:ext cx="128016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1097280"/>
            <a:ext cx="914400" cy="731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70408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r>
              <a:rPr lang="en-IN" sz="1600" dirty="0" smtClean="0"/>
              <a:t>Drop-down menu</a:t>
            </a:r>
          </a:p>
        </p:txBody>
      </p:sp>
      <p:sp>
        <p:nvSpPr>
          <p:cNvPr id="24" name="Shape 22"/>
          <p:cNvSpPr/>
          <p:nvPr/>
        </p:nvSpPr>
        <p:spPr>
          <a:xfrm>
            <a:off x="3337560" y="804672"/>
            <a:ext cx="128016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1042416"/>
            <a:ext cx="1828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1051560"/>
            <a:ext cx="128016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1051560"/>
            <a:ext cx="128016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9601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49240" y="1024128"/>
            <a:ext cx="91440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49240" y="1188720"/>
            <a:ext cx="91440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46120" y="1289304"/>
            <a:ext cx="1828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1298448"/>
            <a:ext cx="128016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6120" y="1536192"/>
            <a:ext cx="1828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1545336"/>
            <a:ext cx="128016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46120" y="1783080"/>
            <a:ext cx="1828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37560" y="1792224"/>
            <a:ext cx="128016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840480"/>
            <a:ext cx="9144000" cy="10287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r>
              <a:rPr lang="en-IN" dirty="0" smtClean="0"/>
              <a:t>                                                                </a:t>
            </a:r>
            <a:r>
              <a:rPr lang="en-IN" dirty="0" smtClean="0">
                <a:solidFill>
                  <a:schemeClr val="bg1"/>
                </a:solidFill>
              </a:rPr>
              <a:t>   Footer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74320" y="3950208"/>
            <a:ext cx="274320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" y="3977640"/>
            <a:ext cx="82296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" y="4114800"/>
            <a:ext cx="640080" cy="640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315968"/>
            <a:ext cx="1097280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407408"/>
            <a:ext cx="960120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498848"/>
            <a:ext cx="822960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590288"/>
            <a:ext cx="685800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4681728"/>
            <a:ext cx="128016" cy="12801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681728"/>
            <a:ext cx="128016" cy="12801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4681728"/>
            <a:ext cx="128016" cy="12801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2960" y="4681728"/>
            <a:ext cx="128016" cy="12801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0" y="3950208"/>
            <a:ext cx="82296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77440" y="4096512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77440" y="4242816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4389120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77440" y="4535424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0" y="3950208"/>
            <a:ext cx="82296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0" y="4096512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0" y="4242816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0" y="4389120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0" y="4535424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66560" y="3950208"/>
            <a:ext cx="82296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0" y="4096512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66560" y="4242816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0" y="4389120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66560" y="4535424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0" y="4754880"/>
            <a:ext cx="9144000" cy="9144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440" y="484632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</a:rPr>
              <a:t>3 / </a:t>
            </a:r>
            <a:r>
              <a:rPr lang="en-US" sz="1400" i="1" dirty="0" smtClean="0">
                <a:solidFill>
                  <a:schemeClr val="bg1"/>
                </a:solidFill>
              </a:rPr>
              <a:t>Top-bar, Navigation bar, Dropdown-menu </a:t>
            </a:r>
            <a:r>
              <a:rPr lang="en-US" sz="1400" i="1" dirty="0" smtClean="0">
                <a:solidFill>
                  <a:schemeClr val="bg1"/>
                </a:solidFill>
              </a:rPr>
              <a:t>, </a:t>
            </a:r>
            <a:r>
              <a:rPr lang="en-US" sz="1400" i="1" dirty="0" smtClean="0">
                <a:solidFill>
                  <a:schemeClr val="bg1"/>
                </a:solidFill>
              </a:rPr>
              <a:t>Footer (</a:t>
            </a:r>
            <a:r>
              <a:rPr lang="en-US" sz="1400" i="1" dirty="0" smtClean="0">
                <a:solidFill>
                  <a:schemeClr val="bg1"/>
                </a:solidFill>
              </a:rPr>
              <a:t>constant through all pages</a:t>
            </a:r>
            <a:r>
              <a:rPr lang="en-US" sz="1400" i="1" dirty="0" smtClean="0">
                <a:solidFill>
                  <a:schemeClr val="bg1"/>
                </a:solidFill>
              </a:rPr>
              <a:t>)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809641" y="91440"/>
            <a:ext cx="1050765" cy="804672"/>
          </a:xfrm>
          <a:prstGeom prst="straightConnector1">
            <a:avLst/>
          </a:prstGeom>
          <a:ln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74736" y="45720"/>
            <a:ext cx="448056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256032"/>
            <a:ext cx="32004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74320"/>
            <a:ext cx="10058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429768"/>
            <a:ext cx="82296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74320"/>
            <a:ext cx="100584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04088"/>
            <a:ext cx="9144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822960"/>
            <a:ext cx="50292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03120" y="795528"/>
            <a:ext cx="68580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795528"/>
            <a:ext cx="54864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03320" y="795528"/>
            <a:ext cx="59436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26280" y="795528"/>
            <a:ext cx="54864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1234440"/>
            <a:ext cx="1463040" cy="24649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r>
              <a:rPr lang="en-IN" sz="1400" dirty="0" smtClean="0">
                <a:solidFill>
                  <a:schemeClr val="bg1"/>
                </a:solidFill>
              </a:rPr>
              <a:t>Explore Programs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28600" y="1600200"/>
            <a:ext cx="20116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1600200"/>
            <a:ext cx="2011680" cy="1417320"/>
          </a:xfrm>
          <a:prstGeom prst="rect">
            <a:avLst/>
          </a:prstGeom>
          <a:solidFill>
            <a:srgbClr val="D0D0D0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1600200"/>
            <a:ext cx="2011680" cy="141732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40280" y="1600200"/>
            <a:ext cx="0" cy="141732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1752" y="1691640"/>
            <a:ext cx="777240" cy="1645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127248"/>
            <a:ext cx="201168" cy="1371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337560"/>
            <a:ext cx="274320" cy="2286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3657600"/>
            <a:ext cx="1645920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858768"/>
            <a:ext cx="164592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959352"/>
            <a:ext cx="128016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04872" y="1600200"/>
            <a:ext cx="20116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04872" y="1600200"/>
            <a:ext cx="2011680" cy="1417320"/>
          </a:xfrm>
          <a:prstGeom prst="rect">
            <a:avLst/>
          </a:prstGeom>
          <a:solidFill>
            <a:srgbClr val="D0D0D0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04872" y="1600200"/>
            <a:ext cx="2011680" cy="141732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16552" y="1600200"/>
            <a:ext cx="0" cy="141732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78024" y="1691640"/>
            <a:ext cx="777240" cy="1645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42032" y="3127248"/>
            <a:ext cx="201168" cy="1371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42032" y="3337560"/>
            <a:ext cx="274320" cy="2286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42032" y="3657600"/>
            <a:ext cx="1645920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42032" y="3858768"/>
            <a:ext cx="164592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42032" y="3959352"/>
            <a:ext cx="128016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81144" y="1600200"/>
            <a:ext cx="20116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81144" y="1600200"/>
            <a:ext cx="2011680" cy="1417320"/>
          </a:xfrm>
          <a:prstGeom prst="rect">
            <a:avLst/>
          </a:prstGeom>
          <a:solidFill>
            <a:srgbClr val="D0D0D0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81144" y="1600200"/>
            <a:ext cx="2011680" cy="141732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92824" y="1600200"/>
            <a:ext cx="0" cy="141732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54296" y="1691640"/>
            <a:ext cx="777240" cy="1645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18304" y="3127248"/>
            <a:ext cx="201168" cy="1371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18304" y="3337560"/>
            <a:ext cx="274320" cy="2286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18304" y="3657600"/>
            <a:ext cx="1645920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18304" y="3858768"/>
            <a:ext cx="164592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18304" y="3959352"/>
            <a:ext cx="128016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57416" y="1600200"/>
            <a:ext cx="20116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57416" y="1600200"/>
            <a:ext cx="2011680" cy="1417320"/>
          </a:xfrm>
          <a:prstGeom prst="rect">
            <a:avLst/>
          </a:prstGeom>
          <a:solidFill>
            <a:srgbClr val="D0D0D0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57416" y="1600200"/>
            <a:ext cx="2011680" cy="141732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69096" y="1600200"/>
            <a:ext cx="0" cy="141732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30568" y="1691640"/>
            <a:ext cx="777240" cy="1645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94576" y="3127248"/>
            <a:ext cx="201168" cy="1371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94576" y="3337560"/>
            <a:ext cx="274320" cy="2286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894576" y="3657600"/>
            <a:ext cx="1645920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894576" y="3858768"/>
            <a:ext cx="164592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894576" y="3959352"/>
            <a:ext cx="128016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1440" y="4937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/>
              <a:t>4 / </a:t>
            </a:r>
            <a:r>
              <a:rPr lang="en-US" sz="1600" i="1" dirty="0" smtClean="0"/>
              <a:t>Grids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40148" y="45720"/>
            <a:ext cx="482644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256032"/>
            <a:ext cx="32004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74320"/>
            <a:ext cx="10058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429768"/>
            <a:ext cx="82296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74320"/>
            <a:ext cx="100584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04088"/>
            <a:ext cx="5760720" cy="44394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868680"/>
            <a:ext cx="201168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r>
              <a:rPr lang="en-IN" sz="1600" dirty="0" smtClean="0">
                <a:solidFill>
                  <a:schemeClr val="bg1"/>
                </a:solidFill>
              </a:rPr>
              <a:t>CURRICULUM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4320" y="1280160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344168"/>
            <a:ext cx="123444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606040"/>
            <a:ext cx="521208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2670048"/>
            <a:ext cx="1371600" cy="914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0" y="2670048"/>
            <a:ext cx="365760" cy="914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2926080"/>
            <a:ext cx="5212080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2999232"/>
            <a:ext cx="3200400" cy="822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2999232"/>
            <a:ext cx="365760" cy="822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273552"/>
            <a:ext cx="5212080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3346704"/>
            <a:ext cx="3200400" cy="822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346704"/>
            <a:ext cx="365760" cy="822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621024"/>
            <a:ext cx="5212080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694176"/>
            <a:ext cx="3200400" cy="822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0" y="3694176"/>
            <a:ext cx="365760" cy="822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97880" y="704088"/>
            <a:ext cx="3246120" cy="44394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89320" y="804672"/>
            <a:ext cx="3063240" cy="20116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72200" y="868680"/>
            <a:ext cx="2286000" cy="2743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r>
              <a:rPr lang="en-IN" sz="1600" dirty="0" smtClean="0"/>
              <a:t>PROGRAM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989320" y="1234440"/>
            <a:ext cx="306324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72200" y="1298448"/>
            <a:ext cx="146304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78240" y="1298448"/>
            <a:ext cx="164592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89320" y="1581912"/>
            <a:ext cx="306324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72200" y="1645920"/>
            <a:ext cx="146304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78240" y="1645920"/>
            <a:ext cx="164592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89320" y="1929384"/>
            <a:ext cx="306324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72200" y="1993392"/>
            <a:ext cx="146304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78240" y="1993392"/>
            <a:ext cx="164592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89320" y="2276856"/>
            <a:ext cx="306324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72200" y="2340864"/>
            <a:ext cx="146304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78240" y="2340864"/>
            <a:ext cx="164592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89320" y="2624328"/>
            <a:ext cx="306324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72200" y="2688336"/>
            <a:ext cx="146304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778240" y="2688336"/>
            <a:ext cx="164592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89320" y="2944368"/>
            <a:ext cx="3063240" cy="18288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72200" y="4389120"/>
            <a:ext cx="201168" cy="201168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46520" y="4389120"/>
            <a:ext cx="201168" cy="201168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20840" y="4389120"/>
            <a:ext cx="201168" cy="201168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995160" y="4389120"/>
            <a:ext cx="201168" cy="201168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269480" y="4389120"/>
            <a:ext cx="201168" cy="201168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1440" y="4773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/>
              <a:t>5 / </a:t>
            </a:r>
            <a:r>
              <a:rPr lang="en-US" sz="1600" i="1" dirty="0" smtClean="0"/>
              <a:t>Curriculum  </a:t>
            </a:r>
            <a:endParaRPr lang="en-US" sz="1600" dirty="0"/>
          </a:p>
        </p:txBody>
      </p:sp>
      <p:sp>
        <p:nvSpPr>
          <p:cNvPr id="75" name="Shape 20"/>
          <p:cNvSpPr/>
          <p:nvPr/>
        </p:nvSpPr>
        <p:spPr>
          <a:xfrm>
            <a:off x="274320" y="2231136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6" name="Shape 21"/>
          <p:cNvSpPr/>
          <p:nvPr/>
        </p:nvSpPr>
        <p:spPr>
          <a:xfrm>
            <a:off x="457200" y="2304288"/>
            <a:ext cx="123444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45720"/>
            <a:ext cx="667512" cy="15544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256032"/>
            <a:ext cx="32004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74320"/>
            <a:ext cx="10058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429768"/>
            <a:ext cx="82296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74320"/>
            <a:ext cx="100584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04088"/>
            <a:ext cx="5760720" cy="44394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868680"/>
            <a:ext cx="91440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1005840"/>
            <a:ext cx="228600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SEMESTER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1417320"/>
            <a:ext cx="530352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1554480"/>
            <a:ext cx="502920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1719072"/>
            <a:ext cx="4114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1554480"/>
            <a:ext cx="2560320" cy="12801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1737360"/>
            <a:ext cx="320040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1847088"/>
            <a:ext cx="256032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162763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1691640"/>
            <a:ext cx="50292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057400"/>
            <a:ext cx="53035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121408"/>
            <a:ext cx="502920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2286000"/>
            <a:ext cx="4114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5840" y="2121408"/>
            <a:ext cx="2560320" cy="12801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5840" y="2304288"/>
            <a:ext cx="320040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" y="2414016"/>
            <a:ext cx="256032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2194560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2258568"/>
            <a:ext cx="50292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2624328"/>
            <a:ext cx="53035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2688336"/>
            <a:ext cx="502920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2852928"/>
            <a:ext cx="4114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5840" y="2688336"/>
            <a:ext cx="2560320" cy="12801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05840" y="2871216"/>
            <a:ext cx="320040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5840" y="2980944"/>
            <a:ext cx="256032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46320" y="2761488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37760" y="2825496"/>
            <a:ext cx="50292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3191256"/>
            <a:ext cx="53035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3255264"/>
            <a:ext cx="502920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3419856"/>
            <a:ext cx="4114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5840" y="3255264"/>
            <a:ext cx="2560320" cy="12801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05840" y="3438144"/>
            <a:ext cx="320040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05840" y="3547872"/>
            <a:ext cx="256032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0" y="3328416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37760" y="3392424"/>
            <a:ext cx="502920" cy="7315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3758184"/>
            <a:ext cx="53035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4325112"/>
            <a:ext cx="53035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897880" y="704088"/>
            <a:ext cx="3246120" cy="44394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97880" y="790956"/>
            <a:ext cx="3154680" cy="24003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80760" y="790956"/>
            <a:ext cx="1874520" cy="28803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r>
              <a:rPr lang="en-IN" sz="1400" b="1" dirty="0" smtClean="0">
                <a:solidFill>
                  <a:schemeClr val="bg1"/>
                </a:solidFill>
              </a:rPr>
              <a:t>CALENDAR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1" name="Shape 69"/>
          <p:cNvSpPr/>
          <p:nvPr/>
        </p:nvSpPr>
        <p:spPr>
          <a:xfrm>
            <a:off x="6080760" y="1143000"/>
            <a:ext cx="27432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501384" y="1143000"/>
            <a:ext cx="27432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22008" y="1143000"/>
            <a:ext cx="27432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42632" y="1143000"/>
            <a:ext cx="27432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763256" y="1143000"/>
            <a:ext cx="27432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83880" y="1143000"/>
            <a:ext cx="27432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604504" y="1143000"/>
            <a:ext cx="27432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0760" y="1325880"/>
            <a:ext cx="256032" cy="20116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501384" y="1325880"/>
            <a:ext cx="256032" cy="20116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922008" y="1325880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958584" y="1380744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342632" y="1325880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379208" y="1380744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763256" y="1325880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799832" y="1380744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183880" y="1325880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604504" y="1325880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641080" y="1380744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80760" y="1618488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17336" y="1673352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501384" y="1618488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537960" y="1673352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922008" y="1618488"/>
            <a:ext cx="256032" cy="20116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342632" y="1618488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379208" y="1673352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763256" y="1618488"/>
            <a:ext cx="256032" cy="20116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183880" y="1618488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220456" y="1673352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604504" y="1618488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080760" y="1911096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117336" y="1965960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501384" y="1911096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537960" y="1965960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922008" y="1911096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958584" y="1965960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763256" y="1911096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799832" y="1965960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183880" y="1911096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220456" y="1965960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604504" y="1911096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763256" y="2203704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799832" y="2258568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183880" y="2203704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080760" y="2496312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117336" y="2551176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922008" y="2496312"/>
            <a:ext cx="256032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958584" y="2551176"/>
            <a:ext cx="182880" cy="914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190488" y="3639312"/>
            <a:ext cx="731520" cy="18288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172200" y="4014216"/>
            <a:ext cx="137160" cy="13716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373368" y="4050792"/>
            <a:ext cx="1371600" cy="822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72200" y="4215384"/>
            <a:ext cx="137160" cy="137160"/>
          </a:xfrm>
          <a:prstGeom prst="rect">
            <a:avLst/>
          </a:prstGeom>
          <a:solidFill>
            <a:srgbClr val="448844"/>
          </a:solidFill>
          <a:ln w="12700">
            <a:solidFill>
              <a:srgbClr val="44884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373368" y="4251960"/>
            <a:ext cx="1371600" cy="822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172200" y="4416552"/>
            <a:ext cx="137160" cy="137160"/>
          </a:xfrm>
          <a:prstGeom prst="rect">
            <a:avLst/>
          </a:prstGeom>
          <a:solidFill>
            <a:srgbClr val="6644AA"/>
          </a:solidFill>
          <a:ln w="12700">
            <a:solidFill>
              <a:srgbClr val="6644A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373368" y="4453128"/>
            <a:ext cx="1371600" cy="822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1440" y="4453128"/>
            <a:ext cx="37947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/>
              <a:t>6 / Academic </a:t>
            </a:r>
            <a:r>
              <a:rPr lang="en-US" i="1" dirty="0" smtClean="0"/>
              <a:t>Calendar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45720"/>
            <a:ext cx="667512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256032"/>
            <a:ext cx="32004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74320"/>
            <a:ext cx="10058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429768"/>
            <a:ext cx="82296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74320"/>
            <a:ext cx="100584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04088"/>
            <a:ext cx="9144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795528"/>
            <a:ext cx="182880" cy="182880"/>
          </a:xfrm>
          <a:prstGeom prst="ellipse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841248"/>
            <a:ext cx="1097280" cy="82296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795528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23160" y="841248"/>
            <a:ext cx="10972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0" y="795528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60520" y="841248"/>
            <a:ext cx="10972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0" y="795528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841248"/>
            <a:ext cx="10972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06640" y="795528"/>
            <a:ext cx="182880" cy="18288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35240" y="841248"/>
            <a:ext cx="10972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1143000"/>
            <a:ext cx="5760720" cy="400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r>
              <a:rPr lang="en-IN" sz="1200" dirty="0" smtClean="0"/>
              <a:t>      BASIC DETAILS---------------------------</a:t>
            </a:r>
          </a:p>
          <a:p>
            <a:r>
              <a:rPr lang="en-IN" sz="1200" dirty="0" smtClean="0"/>
              <a:t>      TITLE:                                 FIRST NAME:                                        LAST NAME:                     </a:t>
            </a:r>
          </a:p>
          <a:p>
            <a:endParaRPr lang="en-IN" sz="1200" dirty="0" smtClean="0"/>
          </a:p>
          <a:p>
            <a:endParaRPr lang="en-IN" sz="1200" dirty="0" smtClean="0"/>
          </a:p>
          <a:p>
            <a:endParaRPr lang="en-IN" sz="1200" dirty="0" smtClean="0"/>
          </a:p>
          <a:p>
            <a:r>
              <a:rPr lang="en-IN" sz="1200" dirty="0" smtClean="0"/>
              <a:t> </a:t>
            </a:r>
            <a:r>
              <a:rPr lang="en-IN" sz="1200" dirty="0" smtClean="0"/>
              <a:t>      DATE OF BIRTH:                                                   GENDER:</a:t>
            </a:r>
          </a:p>
          <a:p>
            <a:endParaRPr lang="en-IN" sz="1200" dirty="0" smtClean="0"/>
          </a:p>
          <a:p>
            <a:endParaRPr lang="en-IN" sz="1200" dirty="0" smtClean="0"/>
          </a:p>
          <a:p>
            <a:r>
              <a:rPr lang="en-IN" sz="1200" dirty="0" smtClean="0"/>
              <a:t>     CONTACT DETAILS-----------------------</a:t>
            </a:r>
          </a:p>
          <a:p>
            <a:r>
              <a:rPr lang="en-IN" sz="1200" dirty="0" smtClean="0"/>
              <a:t> </a:t>
            </a:r>
            <a:r>
              <a:rPr lang="en-IN" sz="1200" dirty="0" smtClean="0"/>
              <a:t>    </a:t>
            </a:r>
          </a:p>
          <a:p>
            <a:r>
              <a:rPr lang="en-IN" sz="1200" dirty="0" smtClean="0"/>
              <a:t> </a:t>
            </a:r>
            <a:r>
              <a:rPr lang="en-IN" sz="1200" dirty="0" smtClean="0"/>
              <a:t>     E-MAIL:                                                                Phone No.:</a:t>
            </a:r>
          </a:p>
          <a:p>
            <a:r>
              <a:rPr lang="en-IN" sz="1200" dirty="0" smtClean="0"/>
              <a:t>      </a:t>
            </a:r>
          </a:p>
          <a:p>
            <a:endParaRPr lang="en-IN" sz="1200" dirty="0" smtClean="0"/>
          </a:p>
          <a:p>
            <a:endParaRPr lang="en-IN" sz="1200" dirty="0" smtClean="0"/>
          </a:p>
          <a:p>
            <a:r>
              <a:rPr lang="en-IN" sz="1000" i="1" dirty="0" smtClean="0"/>
              <a:t>--keep on adding fields</a:t>
            </a:r>
            <a:endParaRPr lang="en-IN" sz="1000" i="1" dirty="0" smtClean="0"/>
          </a:p>
        </p:txBody>
      </p:sp>
      <p:sp>
        <p:nvSpPr>
          <p:cNvPr id="37" name="Shape 35"/>
          <p:cNvSpPr/>
          <p:nvPr/>
        </p:nvSpPr>
        <p:spPr>
          <a:xfrm>
            <a:off x="0" y="1143000"/>
            <a:ext cx="5760720" cy="594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r>
              <a:rPr lang="en-IN" dirty="0" smtClean="0"/>
              <a:t> </a:t>
            </a:r>
            <a:r>
              <a:rPr lang="en-IN" dirty="0" smtClean="0"/>
              <a:t>                  </a:t>
            </a:r>
            <a:r>
              <a:rPr lang="en-IN" dirty="0" smtClean="0">
                <a:solidFill>
                  <a:schemeClr val="bg1"/>
                </a:solidFill>
              </a:rPr>
              <a:t>Personal Information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228600" y="1234440"/>
            <a:ext cx="411480" cy="4114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2468880"/>
            <a:ext cx="109728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54480" y="2468880"/>
            <a:ext cx="18288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66160" y="2468880"/>
            <a:ext cx="192024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2935224"/>
            <a:ext cx="256032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94660" y="2935224"/>
            <a:ext cx="24231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4023360"/>
            <a:ext cx="256032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94660" y="4023360"/>
            <a:ext cx="24231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97880" y="1143000"/>
            <a:ext cx="3246120" cy="4000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89320" y="1234440"/>
            <a:ext cx="3063240" cy="21031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72200" y="1371600"/>
            <a:ext cx="2011680" cy="31089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r>
              <a:rPr lang="en-IN" dirty="0" smtClean="0"/>
              <a:t>Deadlines</a:t>
            </a: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6172200" y="1828800"/>
            <a:ext cx="164592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10512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72200" y="2148840"/>
            <a:ext cx="164592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29600" y="2130552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72200" y="2468880"/>
            <a:ext cx="164592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29600" y="2450592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72200" y="2788920"/>
            <a:ext cx="164592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229600" y="2770632"/>
            <a:ext cx="685800" cy="164592"/>
          </a:xfrm>
          <a:prstGeom prst="roundRect">
            <a:avLst>
              <a:gd name="adj" fmla="val 22222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989320" y="3456432"/>
            <a:ext cx="3063240" cy="16002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172200" y="3566160"/>
            <a:ext cx="1371600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989320" y="3840480"/>
            <a:ext cx="30632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0760" y="3913632"/>
            <a:ext cx="274320" cy="22860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46520" y="3931920"/>
            <a:ext cx="1645920" cy="914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446520" y="4059936"/>
            <a:ext cx="228600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989320" y="4224528"/>
            <a:ext cx="30632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80760" y="4297680"/>
            <a:ext cx="274320" cy="22860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446520" y="4315968"/>
            <a:ext cx="1645920" cy="914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446520" y="4443984"/>
            <a:ext cx="228600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989320" y="4608576"/>
            <a:ext cx="30632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80760" y="4681728"/>
            <a:ext cx="274320" cy="22860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446520" y="4700016"/>
            <a:ext cx="1645920" cy="914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46520" y="4828032"/>
            <a:ext cx="2286000" cy="7315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1440" y="479145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/>
              <a:t>7 / </a:t>
            </a:r>
            <a:r>
              <a:rPr lang="en-US" sz="1400" i="1" dirty="0" smtClean="0"/>
              <a:t>Apply Now Form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45720"/>
            <a:ext cx="14630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45720"/>
            <a:ext cx="164592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0" y="45720"/>
            <a:ext cx="164592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45720"/>
            <a:ext cx="164592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58200" y="45720"/>
            <a:ext cx="164592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01168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256032"/>
            <a:ext cx="320040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74320"/>
            <a:ext cx="100584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429768"/>
            <a:ext cx="82296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47472"/>
            <a:ext cx="640080" cy="914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74320"/>
            <a:ext cx="1005840" cy="2926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04088"/>
            <a:ext cx="3840480" cy="44394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704088"/>
            <a:ext cx="5303520" cy="44394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868680"/>
            <a:ext cx="164592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Contact Us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1417320"/>
            <a:ext cx="29260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1545336"/>
            <a:ext cx="2926080" cy="8229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121408"/>
            <a:ext cx="182880" cy="1645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2121408"/>
            <a:ext cx="2011680" cy="1097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2267712"/>
            <a:ext cx="1280160" cy="1097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514600"/>
            <a:ext cx="182880" cy="1645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2514600"/>
            <a:ext cx="2011680" cy="1097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2660904"/>
            <a:ext cx="1280160" cy="1097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880360"/>
            <a:ext cx="182880" cy="16459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2880360"/>
            <a:ext cx="1645920" cy="1097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868680"/>
            <a:ext cx="2926080" cy="29260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Find Us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023360" y="1325880"/>
            <a:ext cx="2423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r>
              <a:rPr lang="en-IN" sz="1400" dirty="0" smtClean="0"/>
              <a:t>                 </a:t>
            </a:r>
            <a:r>
              <a:rPr lang="en-IN" sz="1200" dirty="0" smtClean="0"/>
              <a:t>Admissions </a:t>
            </a:r>
          </a:p>
          <a:p>
            <a:r>
              <a:rPr lang="en-IN" sz="1200" dirty="0" smtClean="0"/>
              <a:t> </a:t>
            </a:r>
            <a:r>
              <a:rPr lang="en-IN" sz="1200" dirty="0" smtClean="0"/>
              <a:t>                     Office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206240" y="1435608"/>
            <a:ext cx="320040" cy="3200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06240" y="1856232"/>
            <a:ext cx="1645920" cy="14630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4840" y="209397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34840" y="227685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34840" y="245973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0" y="1325880"/>
            <a:ext cx="2423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66560" y="1435608"/>
            <a:ext cx="320040" cy="3200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66560" y="1856232"/>
            <a:ext cx="1645920" cy="14630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95160" y="209397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95160" y="227685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95160" y="245973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023360" y="2834640"/>
            <a:ext cx="2423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06240" y="2944368"/>
            <a:ext cx="320040" cy="3200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06240" y="3364992"/>
            <a:ext cx="1645920" cy="14630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34840" y="360273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34840" y="378561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434840" y="396849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83680" y="2834640"/>
            <a:ext cx="2423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66560" y="2944368"/>
            <a:ext cx="320040" cy="3200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766560" y="3364992"/>
            <a:ext cx="1645920" cy="14630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95160" y="360273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995160" y="378561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95160" y="3968496"/>
            <a:ext cx="1463040" cy="914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1440" y="4661452"/>
            <a:ext cx="3931920" cy="459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/>
              <a:t>8 / </a:t>
            </a:r>
            <a:r>
              <a:rPr lang="en-US" sz="1600" i="1" dirty="0" smtClean="0"/>
              <a:t>Contact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145</Words>
  <Application>Microsoft Office PowerPoint</Application>
  <PresentationFormat>On-screen Show (16:9)</PresentationFormat>
  <Paragraphs>64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Nova - Wireframes</dc:title>
  <dc:subject>PptxGenJS Presentation</dc:subject>
  <dc:creator>PptxGenJS</dc:creator>
  <cp:lastModifiedBy>hp</cp:lastModifiedBy>
  <cp:revision>16</cp:revision>
  <dcterms:created xsi:type="dcterms:W3CDTF">2026-06-06T19:38:41Z</dcterms:created>
  <dcterms:modified xsi:type="dcterms:W3CDTF">2026-06-06T22:42:16Z</dcterms:modified>
</cp:coreProperties>
</file>